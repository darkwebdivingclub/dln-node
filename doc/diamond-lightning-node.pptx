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1463040" cy="50800"/>
          </a:xfrm>
          <a:prstGeom prst="rect">
            <a:avLst/>
          </a:prstGeom>
          <a:solidFill>
            <a:srgbClr val="7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5400" b="1" i="0">
                <a:solidFill>
                  <a:srgbClr val="E8EDF2"/>
                </a:solidFill>
                <a:latin typeface="Arial"/>
              </a:rPr>
              <a:t>Diamond Lightning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600" b="0" i="0">
                <a:solidFill>
                  <a:srgbClr val="7FD8E8"/>
                </a:solidFill>
                <a:latin typeface="Arial"/>
              </a:rPr>
              <a:t>A Lightning node with no API, no keys,</a:t>
            </a:r>
          </a:p>
          <a:p>
            <a:pPr>
              <a:spcAft>
                <a:spcPts val="0"/>
              </a:spcAft>
            </a:pPr>
            <a:r>
              <a:rPr sz="2600" b="0" i="0">
                <a:solidFill>
                  <a:srgbClr val="7FD8E8"/>
                </a:solidFill>
                <a:latin typeface="Arial"/>
              </a:rPr>
              <a:t>and no trust placed in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dwdc.club  ·  GPL-3.0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A Lightning node is a hot wallet
with a web server attached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REST, gRPC, a CLI, macaroons — inbound surface, always listening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node holds the very keys it signs with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Compromise the host and you have the interface and the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Every common mitigation is a patch on that shape, not a change 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WHAT WE BUILT INSTEAD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Three properties, chosen deliberately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Transparent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User-auditable, under GPL-3. Nothing to take on faith.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Hard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Low attack surface, minimal, defensive, functional design.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Controlled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A process from commit to review to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Like a diamond: transparent, hard, and made under controlled conditions.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NO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Nostr is the only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There is no CLI. There is no local socket. Nothing listens for control.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NWC — wallet operations: balances, invoices, payments, on-chain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NCC — node operations: channels, peers, fees, routing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The node reaches out to a relay. It is never reached.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Nothing to port-scan. Nothing to leave accidentally exposed.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CUSTODY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The node does not hold the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Keys live in a separate signing process, reached over a relay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Every signature is a request the signer validates against policy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signer can refuse — and the node cannot override it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signer can run inside an attested secure enclave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Compromising the node does not get you the money.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AUTHORISATION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A capability, not a password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Access is granted per method and per client key, as a signed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Nostr event the node reads from the relay.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Different clients hold different powers over the same node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Rate limits per method, quotas per client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method absent from the grant is simply refused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No bearer tokens to steal. No macaroon to copy.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WHAT IT UNLOCKS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diamond-x — swapping BTC against BTK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Two chains, two channels, one payment hash.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Neither side can take their leg without enabling the other.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Hold invoices are the primitive that makes it atomic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No custody: the exchange relays two parallel legs, holding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400" b="1" i="0">
                <a:solidFill>
                  <a:srgbClr val="7FD8E8"/>
                </a:solidFill>
                <a:latin typeface="Arial"/>
              </a:rPr>
              <a:t>3.7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Measured end to end, on regtest — not projected.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PROVEN WHERE IT IS HARDEST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Across a consensus fork,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Bitcoin Knots changes the block header: 80 bytes to 164, and a new proof of work.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v2 header support through the whole Rust stack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node follows the chain across activation without losing a channel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swap with one leg on BTC and one on a BLAKE2b chain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BKIP-0001 — the specification that did not exist, checked against Knots' own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And the negative control: without the support, the node stops dead at the fork.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Fast is demonstrated.
Safe is not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Proven — the happy path, end to end, on both chains, across the fork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Not proven — force closes, HTLC timeouts, on-chain claims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Every scenario so far ends with both parties cooperating. The safety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argument rests entirely on what happens when one of them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That is the next mission, and it is deliberately not claimed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